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first: admission dates are simulated because the dataset has no dates, and every finding is an association, not a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row is one encounter, not one patient: patients repeat. The data has no hospital id, so we compare categories, never hospitals.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runs locally: no Docker, cloud or CI/CD. Headline: 11.39% 30-day readmission over eligible encounters.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arrows: batches in, one transaction per file, SQL via a view, role checks and audit in the API, React only presents. Quality lives in the ETL, audit in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load a held-back batch, show the pipeline_runs row, counts reconcile (read = loaded + rejected + skipped), then the faulty batch with reasons. Dates are simulated; the rules are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EXPLAIN before and after. The biggest win was rewriting the view as NOT EXISTS, not an index. One proposed index was rejected because it did not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Swagger demo: login, filtered and paged encounters, 403 for the wrong role, the audit row after an update. The audit records which field changed, never race or gender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analyst and show what disappears; export Excel. Say 'associated with' every time. Trends are illustrative because dates are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gaps honestly: no real tablet, no screen reader, Excel not opened in Excel, Airflow 3.1 only. Mocked: nothing in the database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limit has a stated reason. Bugs found by running, not reading: WSL path variable, view plan flip, ICD rule rejecting 5,732 real codes, demographics in the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scale: 100x data means summary tables, partitioning by admission date, read replicas and queued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Healthcare Patient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6E2"/>
                </a:solidFill>
                <a:latin typeface="Calibri"/>
              </a:rPr>
              <a:t>From a flat CSV to a secured, audited, scheduled data system</a:t>
            </a:r>
          </a:p>
          <a:p>
            <a:pPr algn="l"/>
            <a:r>
              <a:rPr sz="2200" b="0">
                <a:solidFill>
                  <a:srgbClr val="C9D6E2"/>
                </a:solidFill>
                <a:latin typeface="Calibri"/>
              </a:rPr>
              <a:t>UCI Diabetes 130-US Hospitals, 1999-2008  |  Educational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C27B"/>
                </a:solidFill>
                <a:latin typeface="Calibri"/>
              </a:rPr>
              <a:t>Dates in this data are simulated  |  Findings are associations, not causes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 and four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101,766 encounters, 71,518 patients, flat CSV, no dates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Q1  What is the 30-day readmission rate, and for whom?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Q2  How long do patients stay?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Q3  How do admissions trend over time? (simulated dates)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Q4  Which medication, lab and prior-visit patterns are associated with readmission?</a:t>
            </a:r>
          </a:p>
        </p:txBody>
      </p:sp>
      <p:pic>
        <p:nvPicPr>
          <p:cNvPr id="5" name="Picture 4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21605"/>
            <a:ext cx="5852160" cy="30719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ETL: 13 quality rules, quarantine, idempotent reloads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MySQL: 16 tables, one view as the soft-delete filter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FastAPI: 32 operations, JWT, 3 roles, audit trail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React dashboard, CSV and Excel reports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Airflow: hourly load, weekly reports</a:t>
            </a:r>
          </a:p>
        </p:txBody>
      </p:sp>
      <p:pic>
        <p:nvPicPr>
          <p:cNvPr id="5" name="Picture 4" descr="02_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22399"/>
            <a:ext cx="5852160" cy="447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Architecture and data flow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28" y="1097280"/>
            <a:ext cx="958066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16E"/>
                </a:solidFill>
                <a:latin typeface="Calibri"/>
              </a:rPr>
              <a:t>Dataset to ETL to MySQL to API to React; Airflow triggers; quarantine, logs and reports on the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Data and quality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'?' is missing; the word 'None' is a real lab value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DQ01-DQ13: reject, correct, flag, measure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Bad file (over 20% rejected) loads nothing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Faulty batch: 23 rows quarantined, with reasons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Same file twice: SKIPPED_DUPLICATE_FILE</a:t>
            </a:r>
          </a:p>
        </p:txBody>
      </p:sp>
      <p:pic>
        <p:nvPicPr>
          <p:cNvPr id="5" name="Picture 4" descr="11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067" y="1234440"/>
            <a:ext cx="5364105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Third normal form: race and gender on patients only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Diagnoses and medications as child tables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Medications: only prescribed rows, 120,054 vs 2.1M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4 indexes, each proven by EXPLAIN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Date-range list: 256 ms to 0.8 ms; ICD search: 765 ms to 9 ms</a:t>
            </a:r>
          </a:p>
        </p:txBody>
      </p:sp>
      <p:pic>
        <p:nvPicPr>
          <p:cNvPr id="5" name="Picture 4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9" y="1234440"/>
            <a:ext cx="447506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API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JWT, 60 minutes; role read from the database each request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Roles enforced on the server, not in the UI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Analyst: no patient id, race or gender; 403 on patients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Audit row written in the same transaction as the change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Errors: one contract, never a stack trace</a:t>
            </a:r>
          </a:p>
        </p:txBody>
      </p:sp>
      <p:pic>
        <p:nvPicPr>
          <p:cNvPr id="5" name="Picture 4" descr="08_audit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25600"/>
            <a:ext cx="585216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Dashboard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530"/>
                </a:solidFill>
                <a:latin typeface="Calibri"/>
              </a:rPr>
              <a:t>•  Prior inpatient visits 0 vs 3+: 8.6% vs 26.4% readmitted within 30 days</a:t>
            </a:r>
          </a:p>
          <a:p>
            <a:pPr algn="l"/>
            <a:r>
              <a:rPr sz="1800" b="0">
                <a:solidFill>
                  <a:srgbClr val="1C2530"/>
                </a:solidFill>
                <a:latin typeface="Calibri"/>
              </a:rPr>
              <a:t>•  Insulin dose 'Down' 14.2% vs 'No insulin' 10.2%</a:t>
            </a:r>
          </a:p>
        </p:txBody>
      </p:sp>
      <p:pic>
        <p:nvPicPr>
          <p:cNvPr id="5" name="Picture 4" descr="dash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2" y="1143000"/>
            <a:ext cx="711037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16E"/>
                </a:solidFill>
                <a:latin typeface="Calibri"/>
              </a:rPr>
              <a:t>Associated with, not caused by. Dates simulated.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Testing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315 backend tests on a real MySQL schema, 94% line coverage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42 UI tests; 71 real-browser checks per role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88 KPI checks: SQL = API = pandas on the raw CSV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Deliberate bug (wrong denominator): 6 tests fail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Hard-kill test: nothing half-loaded</a:t>
            </a:r>
          </a:p>
        </p:txBody>
      </p:sp>
      <p:pic>
        <p:nvPicPr>
          <p:cNvPr id="5" name="Picture 4" descr="24_airflow_etl_ru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04415"/>
            <a:ext cx="5852160" cy="3706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Challenges, trade-offs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Simulated dates: trends are illustrative only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No hospital id: categories compared, not hospitals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Whole-file reject above 20%: safe, but strict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No summary table: two queries stay at 0.6-0.8 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Airflow in WSL2: two environments to maintain</a:t>
            </a:r>
          </a:p>
        </p:txBody>
      </p:sp>
      <p:pic>
        <p:nvPicPr>
          <p:cNvPr id="5" name="Picture 4" descr="23_airflow_etl_run_failed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04415"/>
            <a:ext cx="5852160" cy="3706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Learnings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A plausible number can be wrong: check the denominator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Measure first; one index was rejected on evidence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Run the commands: fresh-clone check found real gaps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Next: real timestamps, hospital dimension</a:t>
            </a:r>
          </a:p>
          <a:p>
            <a:pPr algn="l"/>
            <a:r>
              <a:rPr sz="2000" b="0">
                <a:solidFill>
                  <a:srgbClr val="1C2530"/>
                </a:solidFill>
                <a:latin typeface="Calibri"/>
              </a:rPr>
              <a:t>•  Next: validated risk model; alerting on failed runs</a:t>
            </a:r>
          </a:p>
        </p:txBody>
      </p:sp>
      <p:pic>
        <p:nvPicPr>
          <p:cNvPr id="5" name="Picture 4" descr="10_pipeline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25600"/>
            <a:ext cx="585216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61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